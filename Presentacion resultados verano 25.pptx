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4CA478-54ED-472D-8E61-58D12B81D8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04DE558-9D36-4007-B6B8-35D05B2F3139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Redes normales (hashtags como nodos)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" name="" descr=""/>
          <p:cNvPicPr/>
          <p:nvPr/>
        </p:nvPicPr>
        <p:blipFill>
          <a:blip r:embed="rId1"/>
          <a:stretch/>
        </p:blipFill>
        <p:spPr>
          <a:xfrm>
            <a:off x="1980000" y="1324440"/>
            <a:ext cx="6221880" cy="4129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Redes filtradas por peso de arista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" descr=""/>
          <p:cNvPicPr/>
          <p:nvPr/>
        </p:nvPicPr>
        <p:blipFill>
          <a:blip r:embed="rId1"/>
          <a:stretch/>
        </p:blipFill>
        <p:spPr>
          <a:xfrm>
            <a:off x="1620000" y="1080000"/>
            <a:ext cx="6840000" cy="454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Redes otras horas diferentes de la crítica NO filtradas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" name="" descr=""/>
          <p:cNvPicPr/>
          <p:nvPr/>
        </p:nvPicPr>
        <p:blipFill>
          <a:blip r:embed="rId1"/>
          <a:stretch/>
        </p:blipFill>
        <p:spPr>
          <a:xfrm>
            <a:off x="180000" y="1261800"/>
            <a:ext cx="6636960" cy="4408200"/>
          </a:xfrm>
          <a:prstGeom prst="rect">
            <a:avLst/>
          </a:prstGeom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7200000" y="1440000"/>
            <a:ext cx="2160000" cy="418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429624 es la hora crítica (para poder compararla).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Se ha elegido solo la manifestación de No al Tarifazo como ejemplo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No se han filtrado porque la mayoría de veces quedan redes demasiado pequeñas como para poder hacer la gráfica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Disparity filter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" name="" descr=""/>
          <p:cNvPicPr/>
          <p:nvPr/>
        </p:nvPicPr>
        <p:blipFill>
          <a:blip r:embed="rId1"/>
          <a:stretch/>
        </p:blipFill>
        <p:spPr>
          <a:xfrm>
            <a:off x="291960" y="1172520"/>
            <a:ext cx="5648040" cy="4114440"/>
          </a:xfrm>
          <a:prstGeom prst="rect">
            <a:avLst/>
          </a:prstGeom>
          <a:ln w="0">
            <a:noFill/>
          </a:ln>
        </p:spPr>
      </p:pic>
      <p:sp>
        <p:nvSpPr>
          <p:cNvPr id="16" name=""/>
          <p:cNvSpPr txBox="1"/>
          <p:nvPr/>
        </p:nvSpPr>
        <p:spPr>
          <a:xfrm>
            <a:off x="6480000" y="1440000"/>
            <a:ext cx="288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No se parece mucho a las gráficas que hablamos, pero de tener que marcar algun punto, entiendo que estará en la linea roja.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Disparity filter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660000" y="1260000"/>
            <a:ext cx="288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Marcando la linea roja como nivel de confianza (0,49), aplico el disparity filter y vuelvo a calcular los plots para las redes originales.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No lo hago con las redes filtradas porque sale error, creo que porque son redes muy pequeñas(?), la gráfica anterior sale plana→ 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" descr=""/>
          <p:cNvPicPr/>
          <p:nvPr/>
        </p:nvPicPr>
        <p:blipFill>
          <a:blip r:embed="rId1"/>
          <a:stretch/>
        </p:blipFill>
        <p:spPr>
          <a:xfrm>
            <a:off x="0" y="1080000"/>
            <a:ext cx="6376680" cy="4590000"/>
          </a:xfrm>
          <a:prstGeom prst="rect">
            <a:avLst/>
          </a:prstGeom>
          <a:ln w="0">
            <a:noFill/>
          </a:ln>
        </p:spPr>
      </p:pic>
      <p:pic>
        <p:nvPicPr>
          <p:cNvPr id="20" name="" descr=""/>
          <p:cNvPicPr/>
          <p:nvPr/>
        </p:nvPicPr>
        <p:blipFill>
          <a:blip r:embed="rId2"/>
          <a:stretch/>
        </p:blipFill>
        <p:spPr>
          <a:xfrm>
            <a:off x="7740000" y="4388040"/>
            <a:ext cx="1620000" cy="1191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74160"/>
            <a:ext cx="90716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Exponential binning a redes normales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1"/>
          <a:stretch/>
        </p:blipFill>
        <p:spPr>
          <a:xfrm>
            <a:off x="180000" y="1211040"/>
            <a:ext cx="6581880" cy="4368960"/>
          </a:xfrm>
          <a:prstGeom prst="rect">
            <a:avLst/>
          </a:prstGeom>
          <a:ln w="0">
            <a:noFill/>
          </a:ln>
        </p:spPr>
      </p:pic>
      <p:sp>
        <p:nvSpPr>
          <p:cNvPr id="23" name=""/>
          <p:cNvSpPr txBox="1"/>
          <p:nvPr/>
        </p:nvSpPr>
        <p:spPr>
          <a:xfrm>
            <a:off x="7200000" y="1440000"/>
            <a:ext cx="1980000" cy="34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He aplicado el exponential binning a ambas gráficas, tanto CCDF como clustering (no se si solo tendría que ahberlo hecho en la CCDF)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Exponential binning a redes filtradas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200000" y="1440000"/>
            <a:ext cx="1980000" cy="34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He aplicado el exponential binning a ambas gráficas, tanto CCDF como clustering (no se si solo tendría que ahberlo hecho en la CCDF)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60000" y="4860000"/>
            <a:ext cx="360" cy="42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0" y="1039680"/>
            <a:ext cx="6840000" cy="454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2025-09-02T20:09:53Z</dcterms:created>
  <dc:creator/>
  <dc:description/>
  <dc:language>es-ES</dc:language>
  <cp:lastModifiedBy/>
  <dcterms:modified xsi:type="dcterms:W3CDTF">2025-09-02T20:34:45Z</dcterms:modified>
  <cp:revision>2</cp:revision>
  <dc:subject/>
  <dc:title/>
</cp:coreProperties>
</file>